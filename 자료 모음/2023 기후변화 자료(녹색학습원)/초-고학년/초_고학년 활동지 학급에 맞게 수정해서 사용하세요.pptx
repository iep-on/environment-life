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21383625" cy="15119350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60"/>
  </p:normalViewPr>
  <p:slideViewPr>
    <p:cSldViewPr snapToGrid="0">
      <p:cViewPr varScale="1">
        <p:scale>
          <a:sx n="36" d="100"/>
          <a:sy n="36" d="100"/>
        </p:scale>
        <p:origin x="15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2474395"/>
            <a:ext cx="18176081" cy="5263774"/>
          </a:xfrm>
        </p:spPr>
        <p:txBody>
          <a:bodyPr anchor="b"/>
          <a:lstStyle>
            <a:lvl1pPr algn="ctr">
              <a:defRPr sz="1322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7941160"/>
            <a:ext cx="16037719" cy="3650342"/>
          </a:xfrm>
        </p:spPr>
        <p:txBody>
          <a:bodyPr/>
          <a:lstStyle>
            <a:lvl1pPr marL="0" indent="0" algn="ctr">
              <a:buNone/>
              <a:defRPr sz="5291"/>
            </a:lvl1pPr>
            <a:lvl2pPr marL="1007943" indent="0" algn="ctr">
              <a:buNone/>
              <a:defRPr sz="4409"/>
            </a:lvl2pPr>
            <a:lvl3pPr marL="2015886" indent="0" algn="ctr">
              <a:buNone/>
              <a:defRPr sz="3968"/>
            </a:lvl3pPr>
            <a:lvl4pPr marL="3023829" indent="0" algn="ctr">
              <a:buNone/>
              <a:defRPr sz="3527"/>
            </a:lvl4pPr>
            <a:lvl5pPr marL="4031772" indent="0" algn="ctr">
              <a:buNone/>
              <a:defRPr sz="3527"/>
            </a:lvl5pPr>
            <a:lvl6pPr marL="5039716" indent="0" algn="ctr">
              <a:buNone/>
              <a:defRPr sz="3527"/>
            </a:lvl6pPr>
            <a:lvl7pPr marL="6047659" indent="0" algn="ctr">
              <a:buNone/>
              <a:defRPr sz="3527"/>
            </a:lvl7pPr>
            <a:lvl8pPr marL="7055602" indent="0" algn="ctr">
              <a:buNone/>
              <a:defRPr sz="3527"/>
            </a:lvl8pPr>
            <a:lvl9pPr marL="8063545" indent="0" algn="ctr">
              <a:buNone/>
              <a:defRPr sz="3527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7713-2F42-4774-BA93-F62AD40720BA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5BEC1-6C75-4EE6-BCB8-53C68244E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599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9">
            <a:extLst>
              <a:ext uri="{FF2B5EF4-FFF2-40B4-BE49-F238E27FC236}">
                <a16:creationId xmlns:a16="http://schemas.microsoft.com/office/drawing/2014/main" xmlns="" id="{4DD1CC8D-A891-418B-B7B8-8525B9B4027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/>
          <a:srcRect b="1823"/>
          <a:stretch/>
        </p:blipFill>
        <p:spPr>
          <a:xfrm>
            <a:off x="1" y="0"/>
            <a:ext cx="21376058" cy="15119350"/>
          </a:xfrm>
          <a:prstGeom prst="rect">
            <a:avLst/>
          </a:prstGeom>
        </p:spPr>
      </p:pic>
      <p:pic>
        <p:nvPicPr>
          <p:cNvPr id="17" name="图片 8">
            <a:extLst>
              <a:ext uri="{FF2B5EF4-FFF2-40B4-BE49-F238E27FC236}">
                <a16:creationId xmlns:a16="http://schemas.microsoft.com/office/drawing/2014/main" xmlns="" id="{D90F9FDC-9FDD-4717-901C-0844E3C6D2F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5514"/>
          <a:stretch/>
        </p:blipFill>
        <p:spPr>
          <a:xfrm>
            <a:off x="0" y="10627643"/>
            <a:ext cx="21368493" cy="4398997"/>
          </a:xfrm>
          <a:prstGeom prst="rect">
            <a:avLst/>
          </a:prstGeom>
        </p:spPr>
      </p:pic>
      <p:pic>
        <p:nvPicPr>
          <p:cNvPr id="18" name="图片 14">
            <a:extLst>
              <a:ext uri="{FF2B5EF4-FFF2-40B4-BE49-F238E27FC236}">
                <a16:creationId xmlns:a16="http://schemas.microsoft.com/office/drawing/2014/main" xmlns="" id="{B2E89C99-416C-4136-B6D2-EA56A97596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5873"/>
          <a:stretch/>
        </p:blipFill>
        <p:spPr>
          <a:xfrm>
            <a:off x="4999621" y="11937079"/>
            <a:ext cx="15519381" cy="2540921"/>
          </a:xfrm>
          <a:prstGeom prst="rect">
            <a:avLst/>
          </a:prstGeom>
        </p:spPr>
      </p:pic>
      <p:pic>
        <p:nvPicPr>
          <p:cNvPr id="19" name="图片 4">
            <a:extLst>
              <a:ext uri="{FF2B5EF4-FFF2-40B4-BE49-F238E27FC236}">
                <a16:creationId xmlns:a16="http://schemas.microsoft.com/office/drawing/2014/main" xmlns="" id="{3E9AADA6-F942-47D5-915A-3B4EC1B707ED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/>
          <a:srcRect l="6618"/>
          <a:stretch/>
        </p:blipFill>
        <p:spPr>
          <a:xfrm>
            <a:off x="7565" y="11629292"/>
            <a:ext cx="4350698" cy="3427828"/>
          </a:xfrm>
          <a:prstGeom prst="rect">
            <a:avLst/>
          </a:prstGeom>
        </p:spPr>
      </p:pic>
      <p:pic>
        <p:nvPicPr>
          <p:cNvPr id="20" name="图片 5">
            <a:extLst>
              <a:ext uri="{FF2B5EF4-FFF2-40B4-BE49-F238E27FC236}">
                <a16:creationId xmlns:a16="http://schemas.microsoft.com/office/drawing/2014/main" xmlns="" id="{0A53F156-F597-4304-9730-4F3A6179DA44}"/>
              </a:ext>
            </a:extLst>
          </p:cNvPr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864623" y="8100212"/>
            <a:ext cx="5037348" cy="414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923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3769342"/>
            <a:ext cx="18443377" cy="6289229"/>
          </a:xfrm>
        </p:spPr>
        <p:txBody>
          <a:bodyPr anchor="b"/>
          <a:lstStyle>
            <a:lvl1pPr>
              <a:defRPr sz="1322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10118069"/>
            <a:ext cx="18443377" cy="3307357"/>
          </a:xfrm>
        </p:spPr>
        <p:txBody>
          <a:bodyPr/>
          <a:lstStyle>
            <a:lvl1pPr marL="0" indent="0">
              <a:buNone/>
              <a:defRPr sz="5291">
                <a:solidFill>
                  <a:schemeClr val="tx1"/>
                </a:solidFill>
              </a:defRPr>
            </a:lvl1pPr>
            <a:lvl2pPr marL="1007943" indent="0">
              <a:buNone/>
              <a:defRPr sz="4409">
                <a:solidFill>
                  <a:schemeClr val="tx1">
                    <a:tint val="75000"/>
                  </a:schemeClr>
                </a:solidFill>
              </a:defRPr>
            </a:lvl2pPr>
            <a:lvl3pPr marL="2015886" indent="0">
              <a:buNone/>
              <a:defRPr sz="3968">
                <a:solidFill>
                  <a:schemeClr val="tx1">
                    <a:tint val="75000"/>
                  </a:schemeClr>
                </a:solidFill>
              </a:defRPr>
            </a:lvl3pPr>
            <a:lvl4pPr marL="3023829" indent="0">
              <a:buNone/>
              <a:defRPr sz="3527">
                <a:solidFill>
                  <a:schemeClr val="tx1">
                    <a:tint val="75000"/>
                  </a:schemeClr>
                </a:solidFill>
              </a:defRPr>
            </a:lvl4pPr>
            <a:lvl5pPr marL="4031772" indent="0">
              <a:buNone/>
              <a:defRPr sz="3527">
                <a:solidFill>
                  <a:schemeClr val="tx1">
                    <a:tint val="75000"/>
                  </a:schemeClr>
                </a:solidFill>
              </a:defRPr>
            </a:lvl5pPr>
            <a:lvl6pPr marL="5039716" indent="0">
              <a:buNone/>
              <a:defRPr sz="3527">
                <a:solidFill>
                  <a:schemeClr val="tx1">
                    <a:tint val="75000"/>
                  </a:schemeClr>
                </a:solidFill>
              </a:defRPr>
            </a:lvl6pPr>
            <a:lvl7pPr marL="6047659" indent="0">
              <a:buNone/>
              <a:defRPr sz="3527">
                <a:solidFill>
                  <a:schemeClr val="tx1">
                    <a:tint val="75000"/>
                  </a:schemeClr>
                </a:solidFill>
              </a:defRPr>
            </a:lvl7pPr>
            <a:lvl8pPr marL="7055602" indent="0">
              <a:buNone/>
              <a:defRPr sz="3527">
                <a:solidFill>
                  <a:schemeClr val="tx1">
                    <a:tint val="75000"/>
                  </a:schemeClr>
                </a:solidFill>
              </a:defRPr>
            </a:lvl8pPr>
            <a:lvl9pPr marL="8063545" indent="0">
              <a:buNone/>
              <a:defRPr sz="352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7713-2F42-4774-BA93-F62AD40720BA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5BEC1-6C75-4EE6-BCB8-53C68244E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210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4024827"/>
            <a:ext cx="9088041" cy="959308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4024827"/>
            <a:ext cx="9088041" cy="9593089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7713-2F42-4774-BA93-F62AD40720BA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5BEC1-6C75-4EE6-BCB8-53C68244E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1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804969"/>
            <a:ext cx="18443377" cy="292237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3706342"/>
            <a:ext cx="9046274" cy="1816421"/>
          </a:xfrm>
        </p:spPr>
        <p:txBody>
          <a:bodyPr anchor="b"/>
          <a:lstStyle>
            <a:lvl1pPr marL="0" indent="0">
              <a:buNone/>
              <a:defRPr sz="5291" b="1"/>
            </a:lvl1pPr>
            <a:lvl2pPr marL="1007943" indent="0">
              <a:buNone/>
              <a:defRPr sz="4409" b="1"/>
            </a:lvl2pPr>
            <a:lvl3pPr marL="2015886" indent="0">
              <a:buNone/>
              <a:defRPr sz="3968" b="1"/>
            </a:lvl3pPr>
            <a:lvl4pPr marL="3023829" indent="0">
              <a:buNone/>
              <a:defRPr sz="3527" b="1"/>
            </a:lvl4pPr>
            <a:lvl5pPr marL="4031772" indent="0">
              <a:buNone/>
              <a:defRPr sz="3527" b="1"/>
            </a:lvl5pPr>
            <a:lvl6pPr marL="5039716" indent="0">
              <a:buNone/>
              <a:defRPr sz="3527" b="1"/>
            </a:lvl6pPr>
            <a:lvl7pPr marL="6047659" indent="0">
              <a:buNone/>
              <a:defRPr sz="3527" b="1"/>
            </a:lvl7pPr>
            <a:lvl8pPr marL="7055602" indent="0">
              <a:buNone/>
              <a:defRPr sz="3527" b="1"/>
            </a:lvl8pPr>
            <a:lvl9pPr marL="8063545" indent="0">
              <a:buNone/>
              <a:defRPr sz="3527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5522763"/>
            <a:ext cx="9046274" cy="812315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3706342"/>
            <a:ext cx="9090826" cy="1816421"/>
          </a:xfrm>
        </p:spPr>
        <p:txBody>
          <a:bodyPr anchor="b"/>
          <a:lstStyle>
            <a:lvl1pPr marL="0" indent="0">
              <a:buNone/>
              <a:defRPr sz="5291" b="1"/>
            </a:lvl1pPr>
            <a:lvl2pPr marL="1007943" indent="0">
              <a:buNone/>
              <a:defRPr sz="4409" b="1"/>
            </a:lvl2pPr>
            <a:lvl3pPr marL="2015886" indent="0">
              <a:buNone/>
              <a:defRPr sz="3968" b="1"/>
            </a:lvl3pPr>
            <a:lvl4pPr marL="3023829" indent="0">
              <a:buNone/>
              <a:defRPr sz="3527" b="1"/>
            </a:lvl4pPr>
            <a:lvl5pPr marL="4031772" indent="0">
              <a:buNone/>
              <a:defRPr sz="3527" b="1"/>
            </a:lvl5pPr>
            <a:lvl6pPr marL="5039716" indent="0">
              <a:buNone/>
              <a:defRPr sz="3527" b="1"/>
            </a:lvl6pPr>
            <a:lvl7pPr marL="6047659" indent="0">
              <a:buNone/>
              <a:defRPr sz="3527" b="1"/>
            </a:lvl7pPr>
            <a:lvl8pPr marL="7055602" indent="0">
              <a:buNone/>
              <a:defRPr sz="3527" b="1"/>
            </a:lvl8pPr>
            <a:lvl9pPr marL="8063545" indent="0">
              <a:buNone/>
              <a:defRPr sz="3527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5522763"/>
            <a:ext cx="9090826" cy="8123152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7713-2F42-4774-BA93-F62AD40720BA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5BEC1-6C75-4EE6-BCB8-53C68244E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928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7713-2F42-4774-BA93-F62AD40720BA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5BEC1-6C75-4EE6-BCB8-53C68244E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347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7713-2F42-4774-BA93-F62AD40720BA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5BEC1-6C75-4EE6-BCB8-53C68244E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1044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007957"/>
            <a:ext cx="6896776" cy="3527848"/>
          </a:xfrm>
        </p:spPr>
        <p:txBody>
          <a:bodyPr anchor="b"/>
          <a:lstStyle>
            <a:lvl1pPr>
              <a:defRPr sz="705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2176910"/>
            <a:ext cx="10825460" cy="10744538"/>
          </a:xfrm>
        </p:spPr>
        <p:txBody>
          <a:bodyPr/>
          <a:lstStyle>
            <a:lvl1pPr>
              <a:defRPr sz="7055"/>
            </a:lvl1pPr>
            <a:lvl2pPr>
              <a:defRPr sz="6173"/>
            </a:lvl2pPr>
            <a:lvl3pPr>
              <a:defRPr sz="5291"/>
            </a:lvl3pPr>
            <a:lvl4pPr>
              <a:defRPr sz="4409"/>
            </a:lvl4pPr>
            <a:lvl5pPr>
              <a:defRPr sz="4409"/>
            </a:lvl5pPr>
            <a:lvl6pPr>
              <a:defRPr sz="4409"/>
            </a:lvl6pPr>
            <a:lvl7pPr>
              <a:defRPr sz="4409"/>
            </a:lvl7pPr>
            <a:lvl8pPr>
              <a:defRPr sz="4409"/>
            </a:lvl8pPr>
            <a:lvl9pPr>
              <a:defRPr sz="4409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4535805"/>
            <a:ext cx="6896776" cy="8403140"/>
          </a:xfrm>
        </p:spPr>
        <p:txBody>
          <a:bodyPr/>
          <a:lstStyle>
            <a:lvl1pPr marL="0" indent="0">
              <a:buNone/>
              <a:defRPr sz="3527"/>
            </a:lvl1pPr>
            <a:lvl2pPr marL="1007943" indent="0">
              <a:buNone/>
              <a:defRPr sz="3086"/>
            </a:lvl2pPr>
            <a:lvl3pPr marL="2015886" indent="0">
              <a:buNone/>
              <a:defRPr sz="2646"/>
            </a:lvl3pPr>
            <a:lvl4pPr marL="3023829" indent="0">
              <a:buNone/>
              <a:defRPr sz="2205"/>
            </a:lvl4pPr>
            <a:lvl5pPr marL="4031772" indent="0">
              <a:buNone/>
              <a:defRPr sz="2205"/>
            </a:lvl5pPr>
            <a:lvl6pPr marL="5039716" indent="0">
              <a:buNone/>
              <a:defRPr sz="2205"/>
            </a:lvl6pPr>
            <a:lvl7pPr marL="6047659" indent="0">
              <a:buNone/>
              <a:defRPr sz="2205"/>
            </a:lvl7pPr>
            <a:lvl8pPr marL="7055602" indent="0">
              <a:buNone/>
              <a:defRPr sz="2205"/>
            </a:lvl8pPr>
            <a:lvl9pPr marL="8063545" indent="0">
              <a:buNone/>
              <a:defRPr sz="2205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7713-2F42-4774-BA93-F62AD40720BA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5BEC1-6C75-4EE6-BCB8-53C68244E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6121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007957"/>
            <a:ext cx="6896776" cy="3527848"/>
          </a:xfrm>
        </p:spPr>
        <p:txBody>
          <a:bodyPr anchor="b"/>
          <a:lstStyle>
            <a:lvl1pPr>
              <a:defRPr sz="7055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2176910"/>
            <a:ext cx="10825460" cy="10744538"/>
          </a:xfrm>
        </p:spPr>
        <p:txBody>
          <a:bodyPr anchor="t"/>
          <a:lstStyle>
            <a:lvl1pPr marL="0" indent="0">
              <a:buNone/>
              <a:defRPr sz="7055"/>
            </a:lvl1pPr>
            <a:lvl2pPr marL="1007943" indent="0">
              <a:buNone/>
              <a:defRPr sz="6173"/>
            </a:lvl2pPr>
            <a:lvl3pPr marL="2015886" indent="0">
              <a:buNone/>
              <a:defRPr sz="5291"/>
            </a:lvl3pPr>
            <a:lvl4pPr marL="3023829" indent="0">
              <a:buNone/>
              <a:defRPr sz="4409"/>
            </a:lvl4pPr>
            <a:lvl5pPr marL="4031772" indent="0">
              <a:buNone/>
              <a:defRPr sz="4409"/>
            </a:lvl5pPr>
            <a:lvl6pPr marL="5039716" indent="0">
              <a:buNone/>
              <a:defRPr sz="4409"/>
            </a:lvl6pPr>
            <a:lvl7pPr marL="6047659" indent="0">
              <a:buNone/>
              <a:defRPr sz="4409"/>
            </a:lvl7pPr>
            <a:lvl8pPr marL="7055602" indent="0">
              <a:buNone/>
              <a:defRPr sz="4409"/>
            </a:lvl8pPr>
            <a:lvl9pPr marL="8063545" indent="0">
              <a:buNone/>
              <a:defRPr sz="440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4535805"/>
            <a:ext cx="6896776" cy="8403140"/>
          </a:xfrm>
        </p:spPr>
        <p:txBody>
          <a:bodyPr/>
          <a:lstStyle>
            <a:lvl1pPr marL="0" indent="0">
              <a:buNone/>
              <a:defRPr sz="3527"/>
            </a:lvl1pPr>
            <a:lvl2pPr marL="1007943" indent="0">
              <a:buNone/>
              <a:defRPr sz="3086"/>
            </a:lvl2pPr>
            <a:lvl3pPr marL="2015886" indent="0">
              <a:buNone/>
              <a:defRPr sz="2646"/>
            </a:lvl3pPr>
            <a:lvl4pPr marL="3023829" indent="0">
              <a:buNone/>
              <a:defRPr sz="2205"/>
            </a:lvl4pPr>
            <a:lvl5pPr marL="4031772" indent="0">
              <a:buNone/>
              <a:defRPr sz="2205"/>
            </a:lvl5pPr>
            <a:lvl6pPr marL="5039716" indent="0">
              <a:buNone/>
              <a:defRPr sz="2205"/>
            </a:lvl6pPr>
            <a:lvl7pPr marL="6047659" indent="0">
              <a:buNone/>
              <a:defRPr sz="2205"/>
            </a:lvl7pPr>
            <a:lvl8pPr marL="7055602" indent="0">
              <a:buNone/>
              <a:defRPr sz="2205"/>
            </a:lvl8pPr>
            <a:lvl9pPr marL="8063545" indent="0">
              <a:buNone/>
              <a:defRPr sz="2205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7713-2F42-4774-BA93-F62AD40720BA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5BEC1-6C75-4EE6-BCB8-53C68244E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9216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7713-2F42-4774-BA93-F62AD40720BA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5BEC1-6C75-4EE6-BCB8-53C68244E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532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804966"/>
            <a:ext cx="4610844" cy="1281295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804966"/>
            <a:ext cx="13565237" cy="128129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7713-2F42-4774-BA93-F62AD40720BA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5BEC1-6C75-4EE6-BCB8-53C68244E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9106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804969"/>
            <a:ext cx="18443377" cy="29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4024827"/>
            <a:ext cx="18443377" cy="9593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14013401"/>
            <a:ext cx="4811316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6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87713-2F42-4774-BA93-F62AD40720BA}" type="datetimeFigureOut">
              <a:rPr lang="ko-KR" altLang="en-US" smtClean="0"/>
              <a:t>2023-06-01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14013401"/>
            <a:ext cx="7216973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6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14013401"/>
            <a:ext cx="4811316" cy="80496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4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05BEC1-6C75-4EE6-BCB8-53C68244E62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984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015886" rtl="0" eaLnBrk="1" latinLnBrk="1" hangingPunct="1">
        <a:lnSpc>
          <a:spcPct val="90000"/>
        </a:lnSpc>
        <a:spcBef>
          <a:spcPct val="0"/>
        </a:spcBef>
        <a:buNone/>
        <a:defRPr sz="9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03972" indent="-503972" algn="l" defTabSz="2015886" rtl="0" eaLnBrk="1" latinLnBrk="1" hangingPunct="1">
        <a:lnSpc>
          <a:spcPct val="90000"/>
        </a:lnSpc>
        <a:spcBef>
          <a:spcPts val="2205"/>
        </a:spcBef>
        <a:buFont typeface="Arial" panose="020B0604020202020204" pitchFamily="34" charset="0"/>
        <a:buChar char="•"/>
        <a:defRPr sz="6173" kern="1200">
          <a:solidFill>
            <a:schemeClr val="tx1"/>
          </a:solidFill>
          <a:latin typeface="+mn-lt"/>
          <a:ea typeface="+mn-ea"/>
          <a:cs typeface="+mn-cs"/>
        </a:defRPr>
      </a:lvl1pPr>
      <a:lvl2pPr marL="1511915" indent="-503972" algn="l" defTabSz="2015886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5291" kern="1200">
          <a:solidFill>
            <a:schemeClr val="tx1"/>
          </a:solidFill>
          <a:latin typeface="+mn-lt"/>
          <a:ea typeface="+mn-ea"/>
          <a:cs typeface="+mn-cs"/>
        </a:defRPr>
      </a:lvl2pPr>
      <a:lvl3pPr marL="2519858" indent="-503972" algn="l" defTabSz="2015886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3pPr>
      <a:lvl4pPr marL="3527801" indent="-503972" algn="l" defTabSz="2015886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4pPr>
      <a:lvl5pPr marL="4535744" indent="-503972" algn="l" defTabSz="2015886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5pPr>
      <a:lvl6pPr marL="5543687" indent="-503972" algn="l" defTabSz="2015886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6pPr>
      <a:lvl7pPr marL="6551630" indent="-503972" algn="l" defTabSz="2015886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7pPr>
      <a:lvl8pPr marL="7559573" indent="-503972" algn="l" defTabSz="2015886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8pPr>
      <a:lvl9pPr marL="8567517" indent="-503972" algn="l" defTabSz="2015886" rtl="0" eaLnBrk="1" latinLnBrk="1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9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15886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1pPr>
      <a:lvl2pPr marL="1007943" algn="l" defTabSz="2015886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2pPr>
      <a:lvl3pPr marL="2015886" algn="l" defTabSz="2015886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3pPr>
      <a:lvl4pPr marL="3023829" algn="l" defTabSz="2015886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4pPr>
      <a:lvl5pPr marL="4031772" algn="l" defTabSz="2015886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5pPr>
      <a:lvl6pPr marL="5039716" algn="l" defTabSz="2015886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6pPr>
      <a:lvl7pPr marL="6047659" algn="l" defTabSz="2015886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7pPr>
      <a:lvl8pPr marL="7055602" algn="l" defTabSz="2015886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8pPr>
      <a:lvl9pPr marL="8063545" algn="l" defTabSz="2015886" rtl="0" eaLnBrk="1" latinLnBrk="1" hangingPunct="1">
        <a:defRPr sz="39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1">
            <a:extLst>
              <a:ext uri="{FF2B5EF4-FFF2-40B4-BE49-F238E27FC236}">
                <a16:creationId xmlns:a16="http://schemas.microsoft.com/office/drawing/2014/main" xmlns="" id="{1863E5B7-DA92-4244-B3A2-C5E4A4B08671}"/>
              </a:ext>
            </a:extLst>
          </p:cNvPr>
          <p:cNvSpPr/>
          <p:nvPr/>
        </p:nvSpPr>
        <p:spPr>
          <a:xfrm>
            <a:off x="0" y="68688"/>
            <a:ext cx="21420137" cy="2231281"/>
          </a:xfrm>
          <a:prstGeom prst="rect">
            <a:avLst/>
          </a:prstGeom>
          <a:solidFill>
            <a:srgbClr val="92D05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715BDC30-31E8-4E75-B6D6-8FB9CCE3F7B9}"/>
              </a:ext>
            </a:extLst>
          </p:cNvPr>
          <p:cNvSpPr txBox="1"/>
          <p:nvPr/>
        </p:nvSpPr>
        <p:spPr>
          <a:xfrm>
            <a:off x="-219664" y="1445528"/>
            <a:ext cx="211582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탄소중립을 </a:t>
            </a:r>
            <a:r>
              <a:rPr lang="ko-KR" altLang="en-US" sz="4400" dirty="0">
                <a:latin typeface="HY견고딕" panose="02030600000101010101" pitchFamily="18" charset="-127"/>
                <a:ea typeface="HY견고딕" panose="02030600000101010101" pitchFamily="18" charset="-127"/>
              </a:rPr>
              <a:t>위해 내가 할 수 있는 일을 한 가지 </a:t>
            </a:r>
            <a:r>
              <a:rPr lang="ko-KR" altLang="en-US" sz="4400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쓰고 실천해 </a:t>
            </a:r>
            <a:r>
              <a:rPr lang="ko-KR" altLang="en-US" sz="4400" dirty="0">
                <a:latin typeface="HY견고딕" panose="02030600000101010101" pitchFamily="18" charset="-127"/>
                <a:ea typeface="HY견고딕" panose="02030600000101010101" pitchFamily="18" charset="-127"/>
              </a:rPr>
              <a:t>봅시다</a:t>
            </a:r>
            <a:r>
              <a:rPr lang="en-US" altLang="ko-KR" sz="4400" dirty="0"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r>
              <a:rPr lang="ko-KR" altLang="en-US" sz="4400" dirty="0">
                <a:latin typeface="HY견고딕" panose="02030600000101010101" pitchFamily="18" charset="-127"/>
                <a:ea typeface="HY견고딕" panose="02030600000101010101" pitchFamily="18" charset="-127"/>
              </a:rPr>
              <a:t>   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xmlns="" id="{0FB75466-6A4C-46F0-99F7-C8153093657A}"/>
              </a:ext>
            </a:extLst>
          </p:cNvPr>
          <p:cNvGrpSpPr/>
          <p:nvPr/>
        </p:nvGrpSpPr>
        <p:grpSpPr>
          <a:xfrm>
            <a:off x="2029544" y="175572"/>
            <a:ext cx="17324537" cy="1323439"/>
            <a:chOff x="1456475" y="175572"/>
            <a:chExt cx="17324537" cy="1323439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xmlns="" id="{86BA338E-09C6-43C4-8689-A5027BA3F2C4}"/>
                </a:ext>
              </a:extLst>
            </p:cNvPr>
            <p:cNvSpPr txBox="1"/>
            <p:nvPr/>
          </p:nvSpPr>
          <p:spPr>
            <a:xfrm>
              <a:off x="2057494" y="175572"/>
              <a:ext cx="1672351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8000" dirty="0" err="1">
                  <a:latin typeface="HY견고딕" panose="02030600000101010101" pitchFamily="18" charset="-127"/>
                  <a:ea typeface="HY견고딕" panose="02030600000101010101" pitchFamily="18" charset="-127"/>
                </a:rPr>
                <a:t>우리반</a:t>
              </a:r>
              <a:r>
                <a:rPr lang="ko-KR" altLang="en-US" sz="80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 </a:t>
              </a:r>
              <a:r>
                <a:rPr lang="ko-KR" altLang="en-US" sz="8000" dirty="0" smtClean="0">
                  <a:latin typeface="HY견고딕" panose="02030600000101010101" pitchFamily="18" charset="-127"/>
                  <a:ea typeface="HY견고딕" panose="02030600000101010101" pitchFamily="18" charset="-127"/>
                </a:rPr>
                <a:t>탄소중립 </a:t>
              </a:r>
              <a:r>
                <a:rPr lang="ko-KR" altLang="en-US" sz="8000" dirty="0">
                  <a:latin typeface="HY견고딕" panose="02030600000101010101" pitchFamily="18" charset="-127"/>
                  <a:ea typeface="HY견고딕" panose="02030600000101010101" pitchFamily="18" charset="-127"/>
                </a:rPr>
                <a:t>실천 서약서</a:t>
              </a:r>
            </a:p>
          </p:txBody>
        </p:sp>
        <p:pic>
          <p:nvPicPr>
            <p:cNvPr id="70" name="그림 69">
              <a:extLst>
                <a:ext uri="{FF2B5EF4-FFF2-40B4-BE49-F238E27FC236}">
                  <a16:creationId xmlns:a16="http://schemas.microsoft.com/office/drawing/2014/main" xmlns="" id="{B4DEF1C4-416C-4951-B622-063EB72583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56475" y="209942"/>
              <a:ext cx="1259043" cy="1259043"/>
            </a:xfrm>
            <a:prstGeom prst="rect">
              <a:avLst/>
            </a:prstGeom>
          </p:spPr>
        </p:pic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xmlns="" id="{4F4DE124-C653-49C0-B833-CDDC05657DF4}"/>
              </a:ext>
            </a:extLst>
          </p:cNvPr>
          <p:cNvGrpSpPr/>
          <p:nvPr/>
        </p:nvGrpSpPr>
        <p:grpSpPr>
          <a:xfrm>
            <a:off x="381094" y="2431464"/>
            <a:ext cx="20544876" cy="12321440"/>
            <a:chOff x="381094" y="2431464"/>
            <a:chExt cx="20544876" cy="12321440"/>
          </a:xfrm>
        </p:grpSpPr>
        <p:grpSp>
          <p:nvGrpSpPr>
            <p:cNvPr id="74" name="그룹 73">
              <a:extLst>
                <a:ext uri="{FF2B5EF4-FFF2-40B4-BE49-F238E27FC236}">
                  <a16:creationId xmlns:a16="http://schemas.microsoft.com/office/drawing/2014/main" xmlns="" id="{46C5501B-B1E1-4442-B4DE-51F0338947F9}"/>
                </a:ext>
              </a:extLst>
            </p:cNvPr>
            <p:cNvGrpSpPr/>
            <p:nvPr/>
          </p:nvGrpSpPr>
          <p:grpSpPr>
            <a:xfrm>
              <a:off x="381094" y="2431464"/>
              <a:ext cx="20544876" cy="2880000"/>
              <a:chOff x="381094" y="2665830"/>
              <a:chExt cx="20544876" cy="2880000"/>
            </a:xfrm>
          </p:grpSpPr>
          <p:sp>
            <p:nvSpPr>
              <p:cNvPr id="17" name="사각형: 둥근 모서리 16">
                <a:extLst>
                  <a:ext uri="{FF2B5EF4-FFF2-40B4-BE49-F238E27FC236}">
                    <a16:creationId xmlns:a16="http://schemas.microsoft.com/office/drawing/2014/main" xmlns="" id="{7CC9C705-B796-4C6C-B2FE-C465CBEB6851}"/>
                  </a:ext>
                </a:extLst>
              </p:cNvPr>
              <p:cNvSpPr/>
              <p:nvPr/>
            </p:nvSpPr>
            <p:spPr>
              <a:xfrm>
                <a:off x="381094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xmlns="" id="{332042DA-8569-4E26-8C93-542EDA0C05C8}"/>
                  </a:ext>
                </a:extLst>
              </p:cNvPr>
              <p:cNvSpPr/>
              <p:nvPr/>
            </p:nvSpPr>
            <p:spPr>
              <a:xfrm>
                <a:off x="3914069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xmlns="" id="{17332BAA-7644-4D23-9E2C-B65364EC2C4B}"/>
                  </a:ext>
                </a:extLst>
              </p:cNvPr>
              <p:cNvSpPr/>
              <p:nvPr/>
            </p:nvSpPr>
            <p:spPr>
              <a:xfrm>
                <a:off x="7447044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" name="사각형: 둥근 모서리 74">
                <a:extLst>
                  <a:ext uri="{FF2B5EF4-FFF2-40B4-BE49-F238E27FC236}">
                    <a16:creationId xmlns:a16="http://schemas.microsoft.com/office/drawing/2014/main" xmlns="" id="{5CD69A75-17E1-4539-AF1B-B54A061EF521}"/>
                  </a:ext>
                </a:extLst>
              </p:cNvPr>
              <p:cNvSpPr/>
              <p:nvPr/>
            </p:nvSpPr>
            <p:spPr>
              <a:xfrm>
                <a:off x="10980019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" name="사각형: 둥근 모서리 75">
                <a:extLst>
                  <a:ext uri="{FF2B5EF4-FFF2-40B4-BE49-F238E27FC236}">
                    <a16:creationId xmlns:a16="http://schemas.microsoft.com/office/drawing/2014/main" xmlns="" id="{81B3E184-D7BC-42AA-9AD0-56006F8406CB}"/>
                  </a:ext>
                </a:extLst>
              </p:cNvPr>
              <p:cNvSpPr/>
              <p:nvPr/>
            </p:nvSpPr>
            <p:spPr>
              <a:xfrm>
                <a:off x="14512994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" name="사각형: 둥근 모서리 76">
                <a:extLst>
                  <a:ext uri="{FF2B5EF4-FFF2-40B4-BE49-F238E27FC236}">
                    <a16:creationId xmlns:a16="http://schemas.microsoft.com/office/drawing/2014/main" xmlns="" id="{05C61FC6-B915-4914-97D0-B68BAE98C80A}"/>
                  </a:ext>
                </a:extLst>
              </p:cNvPr>
              <p:cNvSpPr/>
              <p:nvPr/>
            </p:nvSpPr>
            <p:spPr>
              <a:xfrm>
                <a:off x="18045970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9" name="그룹 78">
              <a:extLst>
                <a:ext uri="{FF2B5EF4-FFF2-40B4-BE49-F238E27FC236}">
                  <a16:creationId xmlns:a16="http://schemas.microsoft.com/office/drawing/2014/main" xmlns="" id="{BB6FC7CE-A230-4966-ABEA-6A26036ECB9A}"/>
                </a:ext>
              </a:extLst>
            </p:cNvPr>
            <p:cNvGrpSpPr/>
            <p:nvPr/>
          </p:nvGrpSpPr>
          <p:grpSpPr>
            <a:xfrm>
              <a:off x="381094" y="5578611"/>
              <a:ext cx="20544876" cy="2880000"/>
              <a:chOff x="381094" y="2665830"/>
              <a:chExt cx="20544876" cy="2880000"/>
            </a:xfrm>
          </p:grpSpPr>
          <p:sp>
            <p:nvSpPr>
              <p:cNvPr id="80" name="사각형: 둥근 모서리 79">
                <a:extLst>
                  <a:ext uri="{FF2B5EF4-FFF2-40B4-BE49-F238E27FC236}">
                    <a16:creationId xmlns:a16="http://schemas.microsoft.com/office/drawing/2014/main" xmlns="" id="{22085006-1EC7-45E5-989A-26B69AA42DC7}"/>
                  </a:ext>
                </a:extLst>
              </p:cNvPr>
              <p:cNvSpPr/>
              <p:nvPr/>
            </p:nvSpPr>
            <p:spPr>
              <a:xfrm>
                <a:off x="381094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1" name="사각형: 둥근 모서리 80">
                <a:extLst>
                  <a:ext uri="{FF2B5EF4-FFF2-40B4-BE49-F238E27FC236}">
                    <a16:creationId xmlns:a16="http://schemas.microsoft.com/office/drawing/2014/main" xmlns="" id="{AA666EB2-7BF1-46A4-BA07-C7B480FAC3AA}"/>
                  </a:ext>
                </a:extLst>
              </p:cNvPr>
              <p:cNvSpPr/>
              <p:nvPr/>
            </p:nvSpPr>
            <p:spPr>
              <a:xfrm>
                <a:off x="3914069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사각형: 둥근 모서리 81">
                <a:extLst>
                  <a:ext uri="{FF2B5EF4-FFF2-40B4-BE49-F238E27FC236}">
                    <a16:creationId xmlns:a16="http://schemas.microsoft.com/office/drawing/2014/main" xmlns="" id="{F6427AC1-EBA0-4564-8134-D5488BD198AC}"/>
                  </a:ext>
                </a:extLst>
              </p:cNvPr>
              <p:cNvSpPr/>
              <p:nvPr/>
            </p:nvSpPr>
            <p:spPr>
              <a:xfrm>
                <a:off x="7447044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3" name="사각형: 둥근 모서리 82">
                <a:extLst>
                  <a:ext uri="{FF2B5EF4-FFF2-40B4-BE49-F238E27FC236}">
                    <a16:creationId xmlns:a16="http://schemas.microsoft.com/office/drawing/2014/main" xmlns="" id="{0E596269-7543-4BB9-A9A5-25F3D2996803}"/>
                  </a:ext>
                </a:extLst>
              </p:cNvPr>
              <p:cNvSpPr/>
              <p:nvPr/>
            </p:nvSpPr>
            <p:spPr>
              <a:xfrm>
                <a:off x="10980019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4" name="사각형: 둥근 모서리 83">
                <a:extLst>
                  <a:ext uri="{FF2B5EF4-FFF2-40B4-BE49-F238E27FC236}">
                    <a16:creationId xmlns:a16="http://schemas.microsoft.com/office/drawing/2014/main" xmlns="" id="{0CA3B18C-7A16-4429-94E5-6F7C3DF69A87}"/>
                  </a:ext>
                </a:extLst>
              </p:cNvPr>
              <p:cNvSpPr/>
              <p:nvPr/>
            </p:nvSpPr>
            <p:spPr>
              <a:xfrm>
                <a:off x="14512994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5" name="사각형: 둥근 모서리 84">
                <a:extLst>
                  <a:ext uri="{FF2B5EF4-FFF2-40B4-BE49-F238E27FC236}">
                    <a16:creationId xmlns:a16="http://schemas.microsoft.com/office/drawing/2014/main" xmlns="" id="{24FC2589-8FE3-465A-BE09-BFCDFB58A60E}"/>
                  </a:ext>
                </a:extLst>
              </p:cNvPr>
              <p:cNvSpPr/>
              <p:nvPr/>
            </p:nvSpPr>
            <p:spPr>
              <a:xfrm>
                <a:off x="18045970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xmlns="" id="{06AFB080-A3C8-4D1C-A316-2390287C2587}"/>
                </a:ext>
              </a:extLst>
            </p:cNvPr>
            <p:cNvGrpSpPr/>
            <p:nvPr/>
          </p:nvGrpSpPr>
          <p:grpSpPr>
            <a:xfrm>
              <a:off x="381094" y="8725758"/>
              <a:ext cx="20544876" cy="2880000"/>
              <a:chOff x="381094" y="2665830"/>
              <a:chExt cx="20544876" cy="2880000"/>
            </a:xfrm>
          </p:grpSpPr>
          <p:sp>
            <p:nvSpPr>
              <p:cNvPr id="87" name="사각형: 둥근 모서리 86">
                <a:extLst>
                  <a:ext uri="{FF2B5EF4-FFF2-40B4-BE49-F238E27FC236}">
                    <a16:creationId xmlns:a16="http://schemas.microsoft.com/office/drawing/2014/main" xmlns="" id="{DDB6F05A-53B2-4AF8-BCCA-A168E21E2BA8}"/>
                  </a:ext>
                </a:extLst>
              </p:cNvPr>
              <p:cNvSpPr/>
              <p:nvPr/>
            </p:nvSpPr>
            <p:spPr>
              <a:xfrm>
                <a:off x="381094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8" name="사각형: 둥근 모서리 87">
                <a:extLst>
                  <a:ext uri="{FF2B5EF4-FFF2-40B4-BE49-F238E27FC236}">
                    <a16:creationId xmlns:a16="http://schemas.microsoft.com/office/drawing/2014/main" xmlns="" id="{5DD31165-FE03-4815-8605-CD1330A6BDAE}"/>
                  </a:ext>
                </a:extLst>
              </p:cNvPr>
              <p:cNvSpPr/>
              <p:nvPr/>
            </p:nvSpPr>
            <p:spPr>
              <a:xfrm>
                <a:off x="3914069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9" name="사각형: 둥근 모서리 88">
                <a:extLst>
                  <a:ext uri="{FF2B5EF4-FFF2-40B4-BE49-F238E27FC236}">
                    <a16:creationId xmlns:a16="http://schemas.microsoft.com/office/drawing/2014/main" xmlns="" id="{B2E6EA4D-9F9D-4301-BEAA-ABB98124AB82}"/>
                  </a:ext>
                </a:extLst>
              </p:cNvPr>
              <p:cNvSpPr/>
              <p:nvPr/>
            </p:nvSpPr>
            <p:spPr>
              <a:xfrm>
                <a:off x="7447044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0" name="사각형: 둥근 모서리 89">
                <a:extLst>
                  <a:ext uri="{FF2B5EF4-FFF2-40B4-BE49-F238E27FC236}">
                    <a16:creationId xmlns:a16="http://schemas.microsoft.com/office/drawing/2014/main" xmlns="" id="{1F6C3C45-AE2C-445A-B760-42B64148CC84}"/>
                  </a:ext>
                </a:extLst>
              </p:cNvPr>
              <p:cNvSpPr/>
              <p:nvPr/>
            </p:nvSpPr>
            <p:spPr>
              <a:xfrm>
                <a:off x="10980019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1" name="사각형: 둥근 모서리 90">
                <a:extLst>
                  <a:ext uri="{FF2B5EF4-FFF2-40B4-BE49-F238E27FC236}">
                    <a16:creationId xmlns:a16="http://schemas.microsoft.com/office/drawing/2014/main" xmlns="" id="{F22633E2-5569-414F-822F-A73AF77C9D03}"/>
                  </a:ext>
                </a:extLst>
              </p:cNvPr>
              <p:cNvSpPr/>
              <p:nvPr/>
            </p:nvSpPr>
            <p:spPr>
              <a:xfrm>
                <a:off x="14512994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2" name="사각형: 둥근 모서리 91">
                <a:extLst>
                  <a:ext uri="{FF2B5EF4-FFF2-40B4-BE49-F238E27FC236}">
                    <a16:creationId xmlns:a16="http://schemas.microsoft.com/office/drawing/2014/main" xmlns="" id="{24ACC158-E4C4-452C-913F-95872EAE05B4}"/>
                  </a:ext>
                </a:extLst>
              </p:cNvPr>
              <p:cNvSpPr/>
              <p:nvPr/>
            </p:nvSpPr>
            <p:spPr>
              <a:xfrm>
                <a:off x="18045970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xmlns="" id="{BEA4C05F-A5EE-43DA-AAE7-54F51CA9F071}"/>
                </a:ext>
              </a:extLst>
            </p:cNvPr>
            <p:cNvGrpSpPr/>
            <p:nvPr/>
          </p:nvGrpSpPr>
          <p:grpSpPr>
            <a:xfrm>
              <a:off x="381094" y="11872904"/>
              <a:ext cx="20544876" cy="2880000"/>
              <a:chOff x="381094" y="2665830"/>
              <a:chExt cx="20544876" cy="2880000"/>
            </a:xfrm>
          </p:grpSpPr>
          <p:sp>
            <p:nvSpPr>
              <p:cNvPr id="94" name="사각형: 둥근 모서리 93">
                <a:extLst>
                  <a:ext uri="{FF2B5EF4-FFF2-40B4-BE49-F238E27FC236}">
                    <a16:creationId xmlns:a16="http://schemas.microsoft.com/office/drawing/2014/main" xmlns="" id="{5288FE4F-7AA4-4F7C-B824-D30061E75266}"/>
                  </a:ext>
                </a:extLst>
              </p:cNvPr>
              <p:cNvSpPr/>
              <p:nvPr/>
            </p:nvSpPr>
            <p:spPr>
              <a:xfrm>
                <a:off x="381094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5" name="사각형: 둥근 모서리 94">
                <a:extLst>
                  <a:ext uri="{FF2B5EF4-FFF2-40B4-BE49-F238E27FC236}">
                    <a16:creationId xmlns:a16="http://schemas.microsoft.com/office/drawing/2014/main" xmlns="" id="{5B47F207-C75B-4A90-BD64-05D52C769D8D}"/>
                  </a:ext>
                </a:extLst>
              </p:cNvPr>
              <p:cNvSpPr/>
              <p:nvPr/>
            </p:nvSpPr>
            <p:spPr>
              <a:xfrm>
                <a:off x="3914069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6" name="사각형: 둥근 모서리 95">
                <a:extLst>
                  <a:ext uri="{FF2B5EF4-FFF2-40B4-BE49-F238E27FC236}">
                    <a16:creationId xmlns:a16="http://schemas.microsoft.com/office/drawing/2014/main" xmlns="" id="{F2BD8A59-5E1B-41C9-89F9-66D8B2B6AAEC}"/>
                  </a:ext>
                </a:extLst>
              </p:cNvPr>
              <p:cNvSpPr/>
              <p:nvPr/>
            </p:nvSpPr>
            <p:spPr>
              <a:xfrm>
                <a:off x="7447044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7" name="사각형: 둥근 모서리 96">
                <a:extLst>
                  <a:ext uri="{FF2B5EF4-FFF2-40B4-BE49-F238E27FC236}">
                    <a16:creationId xmlns:a16="http://schemas.microsoft.com/office/drawing/2014/main" xmlns="" id="{D4C16CB1-4B4F-41A5-8163-7A30F9ADA08C}"/>
                  </a:ext>
                </a:extLst>
              </p:cNvPr>
              <p:cNvSpPr/>
              <p:nvPr/>
            </p:nvSpPr>
            <p:spPr>
              <a:xfrm>
                <a:off x="10980019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8" name="사각형: 둥근 모서리 97">
                <a:extLst>
                  <a:ext uri="{FF2B5EF4-FFF2-40B4-BE49-F238E27FC236}">
                    <a16:creationId xmlns:a16="http://schemas.microsoft.com/office/drawing/2014/main" xmlns="" id="{FEBB07B9-2F5F-452C-82B8-673CFC4D7F5B}"/>
                  </a:ext>
                </a:extLst>
              </p:cNvPr>
              <p:cNvSpPr/>
              <p:nvPr/>
            </p:nvSpPr>
            <p:spPr>
              <a:xfrm>
                <a:off x="14512994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9" name="사각형: 둥근 모서리 98">
                <a:extLst>
                  <a:ext uri="{FF2B5EF4-FFF2-40B4-BE49-F238E27FC236}">
                    <a16:creationId xmlns:a16="http://schemas.microsoft.com/office/drawing/2014/main" xmlns="" id="{1F6CFD26-8899-456B-835A-863EA9763207}"/>
                  </a:ext>
                </a:extLst>
              </p:cNvPr>
              <p:cNvSpPr/>
              <p:nvPr/>
            </p:nvSpPr>
            <p:spPr>
              <a:xfrm>
                <a:off x="18045970" y="2665830"/>
                <a:ext cx="2880000" cy="2880000"/>
              </a:xfrm>
              <a:prstGeom prst="roundRect">
                <a:avLst/>
              </a:prstGeom>
              <a:solidFill>
                <a:schemeClr val="bg1">
                  <a:alpha val="20000"/>
                </a:schemeClr>
              </a:solidFill>
              <a:ln w="38100">
                <a:solidFill>
                  <a:schemeClr val="bg2">
                    <a:lumMod val="50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xmlns="" id="{F0D3C493-9EBD-4569-81C7-050B7B0F24BE}"/>
              </a:ext>
            </a:extLst>
          </p:cNvPr>
          <p:cNvGrpSpPr/>
          <p:nvPr/>
        </p:nvGrpSpPr>
        <p:grpSpPr>
          <a:xfrm>
            <a:off x="435094" y="2539464"/>
            <a:ext cx="2772000" cy="2772000"/>
            <a:chOff x="-3674092" y="-201672"/>
            <a:chExt cx="2772000" cy="2772000"/>
          </a:xfrm>
        </p:grpSpPr>
        <p:pic>
          <p:nvPicPr>
            <p:cNvPr id="73" name="그림 72">
              <a:extLst>
                <a:ext uri="{FF2B5EF4-FFF2-40B4-BE49-F238E27FC236}">
                  <a16:creationId xmlns:a16="http://schemas.microsoft.com/office/drawing/2014/main" xmlns="" id="{9092AF0D-26A1-41F1-B28A-02D6BB85A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674092" y="-201672"/>
              <a:ext cx="2772000" cy="2772000"/>
            </a:xfrm>
            <a:prstGeom prst="rect">
              <a:avLst/>
            </a:prstGeom>
          </p:spPr>
        </p:pic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xmlns="" id="{99A2195E-6E02-45EB-B2B6-04DF5F7C37DB}"/>
                </a:ext>
              </a:extLst>
            </p:cNvPr>
            <p:cNvSpPr txBox="1"/>
            <p:nvPr/>
          </p:nvSpPr>
          <p:spPr>
            <a:xfrm>
              <a:off x="-3553432" y="769265"/>
              <a:ext cx="253068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저는 집에서</a:t>
              </a:r>
              <a:endParaRPr lang="en-US" altLang="ko-KR" sz="24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pPr algn="ctr"/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사용하지 않는</a:t>
              </a:r>
              <a:endParaRPr lang="en-US" altLang="ko-KR" sz="24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pPr algn="ctr"/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플러그는 반드시</a:t>
              </a:r>
              <a:endParaRPr lang="en-US" altLang="ko-KR" sz="24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  <a:p>
              <a:pPr algn="ctr"/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뽑겠습니다</a:t>
              </a:r>
              <a:r>
                <a:rPr lang="en-US" altLang="ko-KR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</a:t>
              </a:r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 </a:t>
              </a:r>
              <a:endParaRPr lang="en-US" altLang="ko-KR" sz="24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xmlns="" id="{C7C31820-3208-412A-9881-5763B839D6AB}"/>
                </a:ext>
              </a:extLst>
            </p:cNvPr>
            <p:cNvSpPr txBox="1"/>
            <p:nvPr/>
          </p:nvSpPr>
          <p:spPr>
            <a:xfrm>
              <a:off x="-3333379" y="307600"/>
              <a:ext cx="204858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1</a:t>
              </a:r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번</a:t>
              </a:r>
              <a:r>
                <a:rPr lang="en-US" altLang="ko-KR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. </a:t>
              </a:r>
              <a:r>
                <a:rPr lang="ko-KR" altLang="en-US" sz="2400" dirty="0">
                  <a:latin typeface="HY엽서M" panose="02030600000101010101" pitchFamily="18" charset="-127"/>
                  <a:ea typeface="HY엽서M" panose="02030600000101010101" pitchFamily="18" charset="-127"/>
                </a:rPr>
                <a:t>홍길동</a:t>
              </a:r>
              <a:endParaRPr lang="en-US" altLang="ko-KR" sz="2400" dirty="0">
                <a:latin typeface="HY엽서M" panose="02030600000101010101" pitchFamily="18" charset="-127"/>
                <a:ea typeface="HY엽서M" panose="02030600000101010101" pitchFamily="18" charset="-127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xmlns="" id="{9E613B72-20D0-4B50-B2D8-F634D3D8DC10}"/>
                </a:ext>
              </a:extLst>
            </p:cNvPr>
            <p:cNvSpPr/>
            <p:nvPr/>
          </p:nvSpPr>
          <p:spPr>
            <a:xfrm>
              <a:off x="-2206752" y="-103064"/>
              <a:ext cx="1127760" cy="359664"/>
            </a:xfrm>
            <a:prstGeom prst="rect">
              <a:avLst/>
            </a:prstGeom>
            <a:solidFill>
              <a:schemeClr val="bg1"/>
            </a:solidFill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b="1" dirty="0">
                  <a:solidFill>
                    <a:srgbClr val="FF0000"/>
                  </a:solidFill>
                </a:rPr>
                <a:t>예시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3271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57</TotalTime>
  <Words>30</Words>
  <Application>Microsoft Office PowerPoint</Application>
  <PresentationFormat>사용자 지정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HY엽서M</vt:lpstr>
      <vt:lpstr>微软雅黑</vt:lpstr>
      <vt:lpstr>맑은 고딕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8</cp:revision>
  <dcterms:created xsi:type="dcterms:W3CDTF">2023-05-25T02:00:53Z</dcterms:created>
  <dcterms:modified xsi:type="dcterms:W3CDTF">2023-06-01T03:00:11Z</dcterms:modified>
</cp:coreProperties>
</file>